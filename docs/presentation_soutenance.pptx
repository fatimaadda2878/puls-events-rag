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Puls-Events — Assistant RAG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t>POC de recommandation d’événements culturels</a:t>
            </a:r>
          </a:p>
          <a:p>
            <a:pPr>
              <a:defRPr sz="2200"/>
            </a:pPr>
            <a:r>
              <a:t>OpenAgenda • Mistral • FAISS • LangChain • 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Contexte et objectif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Démontrer qu’un chatbot peut répondre à partir d’événements réels.</a:t>
            </a:r>
          </a:p>
          <a:p>
            <a:pPr>
              <a:defRPr sz="2000"/>
            </a:pPr>
            <a:r>
              <a:t>Périmètre : Paris, événements de moins d’un an et à venir.</a:t>
            </a:r>
          </a:p>
          <a:p>
            <a:pPr>
              <a:defRPr sz="2000"/>
            </a:pPr>
            <a:r>
              <a:t>Objectif : recherche sémantique pertinente, réponses augmentées et API testable.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Pourquoi un RAG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Recherche documentaire avant génération.</a:t>
            </a:r>
          </a:p>
          <a:p>
            <a:pPr>
              <a:defRPr sz="2000"/>
            </a:pPr>
            <a:r>
              <a:t>Réduction des hallucinations.</a:t>
            </a:r>
          </a:p>
          <a:p>
            <a:pPr>
              <a:defRPr sz="2000"/>
            </a:pPr>
            <a:r>
              <a:t>Réponses fondées sur les événements réellement récupérés.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OpenAgenda → pagination/nettoyage → LangChain → mistral-embed → FAISS → seuil de pertinence → Mistral Chat → FastAPI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Collecte OpenAgenda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Pagination complète.</a:t>
            </a:r>
          </a:p>
          <a:p>
            <a:pPr>
              <a:defRPr sz="2000"/>
            </a:pPr>
            <a:r>
              <a:t>Déduplication et filtre de récence.</a:t>
            </a:r>
          </a:p>
          <a:p>
            <a:pPr>
              <a:defRPr sz="2000"/>
            </a:pPr>
            <a:r>
              <a:t>Pas de jeu de démonstration de 12 événements.</a:t>
            </a:r>
          </a:p>
          <a:p>
            <a:pPr>
              <a:defRPr sz="2000"/>
            </a:pPr>
            <a:r>
              <a:t>Nombre indexé visible dans /health.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Vectorisation et FAISS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Embeddings : mistral-embed.</a:t>
            </a:r>
          </a:p>
          <a:p>
            <a:pPr>
              <a:defRPr sz="2000"/>
            </a:pPr>
            <a:r>
              <a:t>FAISS via LangChain.</a:t>
            </a:r>
          </a:p>
          <a:p>
            <a:pPr>
              <a:defRPr sz="2000"/>
            </a:pPr>
            <a:r>
              <a:t>Vecteurs normalisés L2.</a:t>
            </a:r>
          </a:p>
          <a:p>
            <a:pPr>
              <a:defRPr sz="2000"/>
            </a:pPr>
            <a:r>
              <a:t>Métadonnées : titre, ville, adresse, dates, URL.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Seuil de pertinence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MIN_RELEVANCE_SCORE configurable (0,55 initialement).</a:t>
            </a:r>
          </a:p>
          <a:p>
            <a:pPr>
              <a:defRPr sz="2000"/>
            </a:pPr>
            <a:r>
              <a:t>Sous le seuil : aucun événement.</a:t>
            </a:r>
          </a:p>
          <a:p>
            <a:pPr>
              <a:defRPr sz="2000"/>
            </a:pPr>
            <a:r>
              <a:t>Cas de contrôle : « concerts de reggae à Paris ? ».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Génération Mistral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mistral-small-latest par défaut.</a:t>
            </a:r>
          </a:p>
          <a:p>
            <a:pPr>
              <a:defRPr sz="2000"/>
            </a:pPr>
            <a:r>
              <a:t>Réponse uniquement depuis le contexte.</a:t>
            </a:r>
          </a:p>
          <a:p>
            <a:pPr>
              <a:defRPr sz="2000"/>
            </a:pPr>
            <a:r>
              <a:t>Aucun backend template.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 FastAPI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GET /health.</a:t>
            </a:r>
          </a:p>
          <a:p>
            <a:pPr>
              <a:defRPr sz="2000"/>
            </a:pPr>
            <a:r>
              <a:t>POST /ask.</a:t>
            </a:r>
          </a:p>
          <a:p>
            <a:pPr>
              <a:defRPr sz="2000"/>
            </a:pPr>
            <a:r>
              <a:t>POST /rebuild protégé par X-Rebuild-Key.</a:t>
            </a:r>
          </a:p>
          <a:p>
            <a:pPr>
              <a:defRPr sz="2000"/>
            </a:pPr>
            <a:r>
              <a:t>/docs : Swagger.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Tests et évaluation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Tests : pagination, scores, API, sécurité.</a:t>
            </a:r>
          </a:p>
          <a:p>
            <a:pPr>
              <a:defRPr sz="2000"/>
            </a:pPr>
            <a:r>
              <a:t>Jeu annoté positif + négatif.</a:t>
            </a:r>
          </a:p>
          <a:p>
            <a:pPr>
              <a:defRPr sz="2000"/>
            </a:pPr>
            <a:r>
              <a:t>Métriques calculées après indexation réelle.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Docker, CI et démo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Dockerfile fourni.</a:t>
            </a:r>
          </a:p>
          <a:p>
            <a:pPr>
              <a:defRPr sz="2000"/>
            </a:pPr>
            <a:r>
              <a:t>GitHub Actions : pytest.</a:t>
            </a:r>
          </a:p>
          <a:p>
            <a:pPr>
              <a:defRPr sz="2000"/>
            </a:pPr>
            <a:r>
              <a:t>Render : déploiement Docker.</a:t>
            </a:r>
          </a:p>
          <a:p>
            <a:pPr>
              <a:defRPr sz="2000"/>
            </a:pPr>
            <a:r>
              <a:t>Démo : /health → /ask → sources.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Limites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Calibration du seuil.</a:t>
            </a:r>
          </a:p>
          <a:p>
            <a:pPr>
              <a:defRPr sz="2000"/>
            </a:pPr>
            <a:r>
              <a:t>Parsing des périodes.</a:t>
            </a:r>
          </a:p>
          <a:p>
            <a:pPr>
              <a:defRPr sz="2000"/>
            </a:pPr>
            <a:r>
              <a:t>Reranking, cache, monitoring.</a:t>
            </a:r>
          </a:p>
          <a:p>
            <a:pPr>
              <a:defRPr sz="2000"/>
            </a:pPr>
            <a:r>
              <a:t>Rebuild asynchrone en production.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